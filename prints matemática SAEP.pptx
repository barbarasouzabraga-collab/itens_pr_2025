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1" autoAdjust="0"/>
    <p:restoredTop sz="94660"/>
  </p:normalViewPr>
  <p:slideViewPr>
    <p:cSldViewPr snapToGrid="0">
      <p:cViewPr varScale="1">
        <p:scale>
          <a:sx n="63" d="100"/>
          <a:sy n="63" d="100"/>
        </p:scale>
        <p:origin x="6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2255-1FAB-4F0E-8312-268406DE1160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05128-2517-44FC-93E1-254F7BE142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274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2255-1FAB-4F0E-8312-268406DE1160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05128-2517-44FC-93E1-254F7BE142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7122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2255-1FAB-4F0E-8312-268406DE1160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05128-2517-44FC-93E1-254F7BE142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741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2255-1FAB-4F0E-8312-268406DE1160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05128-2517-44FC-93E1-254F7BE142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91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2255-1FAB-4F0E-8312-268406DE1160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05128-2517-44FC-93E1-254F7BE142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0077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2255-1FAB-4F0E-8312-268406DE1160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05128-2517-44FC-93E1-254F7BE142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630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2255-1FAB-4F0E-8312-268406DE1160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05128-2517-44FC-93E1-254F7BE142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0665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2255-1FAB-4F0E-8312-268406DE1160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05128-2517-44FC-93E1-254F7BE142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32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2255-1FAB-4F0E-8312-268406DE1160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05128-2517-44FC-93E1-254F7BE142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1075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2255-1FAB-4F0E-8312-268406DE1160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05128-2517-44FC-93E1-254F7BE142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6593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2255-1FAB-4F0E-8312-268406DE1160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05128-2517-44FC-93E1-254F7BE142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7218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2255-1FAB-4F0E-8312-268406DE1160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05128-2517-44FC-93E1-254F7BE142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345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7" y="361522"/>
            <a:ext cx="11536385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75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7" y="356759"/>
            <a:ext cx="11536385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28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7" y="361522"/>
            <a:ext cx="11536385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2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44" y="366285"/>
            <a:ext cx="11545911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464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70" y="356759"/>
            <a:ext cx="11526859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3184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EDYENIS RODRIGUES FRANGO</dc:creator>
  <cp:lastModifiedBy>EDYENIS RODRIGUES FRANGO</cp:lastModifiedBy>
  <cp:revision>1</cp:revision>
  <dcterms:created xsi:type="dcterms:W3CDTF">2026-03-17T13:30:27Z</dcterms:created>
  <dcterms:modified xsi:type="dcterms:W3CDTF">2026-03-17T13:30:45Z</dcterms:modified>
</cp:coreProperties>
</file>